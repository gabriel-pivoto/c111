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1" r:id="rId5"/>
    <p:sldId id="262" r:id="rId6"/>
    <p:sldId id="264" r:id="rId16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6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openxmlformats.org/officeDocument/2006/relationships/customXml" Target="../customXml/item1.xml"/><Relationship Id="rId14" Type="http://schemas.openxmlformats.org/officeDocument/2006/relationships/customXml" Target="../customXml/item2.xml"/><Relationship Id="rId15" Type="http://schemas.openxmlformats.org/officeDocument/2006/relationships/customXml" Target="../customXml/item3.xml"/><Relationship Id="rId16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zo Paranaíba Mesquita" userId="c71b5714-ec8f-4808-9ccb-463341ce404f" providerId="ADAL" clId="{C0FCBAAD-4D99-42ED-AC37-004DA143E5CB}"/>
    <pc:docChg chg="undo custSel modSld">
      <pc:chgData name="Renzo Paranaíba Mesquita" userId="c71b5714-ec8f-4808-9ccb-463341ce404f" providerId="ADAL" clId="{C0FCBAAD-4D99-42ED-AC37-004DA143E5CB}" dt="2024-11-04T20:55:32.579" v="24" actId="1076"/>
      <pc:docMkLst>
        <pc:docMk/>
      </pc:docMkLst>
      <pc:sldChg chg="addSp delSp modSp mod">
        <pc:chgData name="Renzo Paranaíba Mesquita" userId="c71b5714-ec8f-4808-9ccb-463341ce404f" providerId="ADAL" clId="{C0FCBAAD-4D99-42ED-AC37-004DA143E5CB}" dt="2024-11-04T20:55:32.579" v="24" actId="1076"/>
        <pc:sldMkLst>
          <pc:docMk/>
          <pc:sldMk cId="1913103841" sldId="256"/>
        </pc:sldMkLst>
        <pc:picChg chg="add mod">
          <ac:chgData name="Renzo Paranaíba Mesquita" userId="c71b5714-ec8f-4808-9ccb-463341ce404f" providerId="ADAL" clId="{C0FCBAAD-4D99-42ED-AC37-004DA143E5CB}" dt="2024-11-04T20:55:32.579" v="24" actId="1076"/>
          <ac:picMkLst>
            <pc:docMk/>
            <pc:sldMk cId="1913103841" sldId="256"/>
            <ac:picMk id="3" creationId="{1BFA7638-CC7B-9900-2CDF-A5735E65D015}"/>
          </ac:picMkLst>
        </pc:picChg>
        <pc:picChg chg="add del mod">
          <ac:chgData name="Renzo Paranaíba Mesquita" userId="c71b5714-ec8f-4808-9ccb-463341ce404f" providerId="ADAL" clId="{C0FCBAAD-4D99-42ED-AC37-004DA143E5CB}" dt="2024-11-04T20:55:20.034" v="21" actId="1076"/>
          <ac:picMkLst>
            <pc:docMk/>
            <pc:sldMk cId="1913103841" sldId="256"/>
            <ac:picMk id="4" creationId="{00000000-0000-0000-0000-000000000000}"/>
          </ac:picMkLst>
        </pc:picChg>
        <pc:picChg chg="add mod">
          <ac:chgData name="Renzo Paranaíba Mesquita" userId="c71b5714-ec8f-4808-9ccb-463341ce404f" providerId="ADAL" clId="{C0FCBAAD-4D99-42ED-AC37-004DA143E5CB}" dt="2024-11-04T20:55:28.374" v="23" actId="1076"/>
          <ac:picMkLst>
            <pc:docMk/>
            <pc:sldMk cId="1913103841" sldId="256"/>
            <ac:picMk id="6" creationId="{870A93C0-2A4B-F71C-0026-B175B5E7F2E2}"/>
          </ac:picMkLst>
        </pc:picChg>
      </pc:sldChg>
    </pc:docChg>
  </pc:docChgLst>
  <pc:docChgLst>
    <pc:chgData name="Renzo Paranaíba Mesquita" userId="c71b5714-ec8f-4808-9ccb-463341ce404f" providerId="ADAL" clId="{C198AACD-17CA-49D2-822C-6D24874F7C45}"/>
    <pc:docChg chg="undo custSel addSld delSld modSld sldOrd">
      <pc:chgData name="Renzo Paranaíba Mesquita" userId="c71b5714-ec8f-4808-9ccb-463341ce404f" providerId="ADAL" clId="{C198AACD-17CA-49D2-822C-6D24874F7C45}" dt="2025-04-06T21:25:59.557" v="2493" actId="20577"/>
      <pc:docMkLst>
        <pc:docMk/>
      </pc:docMkLst>
      <pc:sldChg chg="addSp modSp mod">
        <pc:chgData name="Renzo Paranaíba Mesquita" userId="c71b5714-ec8f-4808-9ccb-463341ce404f" providerId="ADAL" clId="{C198AACD-17CA-49D2-822C-6D24874F7C45}" dt="2025-04-06T21:07:33.740" v="2355" actId="1076"/>
        <pc:sldMkLst>
          <pc:docMk/>
          <pc:sldMk cId="1913103841" sldId="256"/>
        </pc:sldMkLst>
        <pc:spChg chg="add mod">
          <ac:chgData name="Renzo Paranaíba Mesquita" userId="c71b5714-ec8f-4808-9ccb-463341ce404f" providerId="ADAL" clId="{C198AACD-17CA-49D2-822C-6D24874F7C45}" dt="2025-04-06T20:28:01.184" v="255" actId="1076"/>
          <ac:spMkLst>
            <pc:docMk/>
            <pc:sldMk cId="1913103841" sldId="256"/>
            <ac:spMk id="2" creationId="{3DF3424B-83E6-462F-8CE2-8A17A7F0A743}"/>
          </ac:spMkLst>
        </pc:spChg>
        <pc:spChg chg="add mod">
          <ac:chgData name="Renzo Paranaíba Mesquita" userId="c71b5714-ec8f-4808-9ccb-463341ce404f" providerId="ADAL" clId="{C198AACD-17CA-49D2-822C-6D24874F7C45}" dt="2025-04-06T21:07:33.740" v="2355" actId="1076"/>
          <ac:spMkLst>
            <pc:docMk/>
            <pc:sldMk cId="1913103841" sldId="256"/>
            <ac:spMk id="3" creationId="{567FD68B-55B0-45E7-831B-48B6CCDD092C}"/>
          </ac:spMkLst>
        </pc:spChg>
      </pc:sldChg>
      <pc:sldChg chg="del">
        <pc:chgData name="Renzo Paranaíba Mesquita" userId="c71b5714-ec8f-4808-9ccb-463341ce404f" providerId="ADAL" clId="{C198AACD-17CA-49D2-822C-6D24874F7C45}" dt="2025-04-06T20:22:31.278" v="0" actId="47"/>
        <pc:sldMkLst>
          <pc:docMk/>
          <pc:sldMk cId="454952652" sldId="257"/>
        </pc:sldMkLst>
      </pc:sldChg>
      <pc:sldChg chg="del">
        <pc:chgData name="Renzo Paranaíba Mesquita" userId="c71b5714-ec8f-4808-9ccb-463341ce404f" providerId="ADAL" clId="{C198AACD-17CA-49D2-822C-6D24874F7C45}" dt="2025-04-06T20:22:31.876" v="1" actId="47"/>
        <pc:sldMkLst>
          <pc:docMk/>
          <pc:sldMk cId="62295233" sldId="258"/>
        </pc:sldMkLst>
      </pc:sldChg>
      <pc:sldChg chg="addSp modSp mod">
        <pc:chgData name="Renzo Paranaíba Mesquita" userId="c71b5714-ec8f-4808-9ccb-463341ce404f" providerId="ADAL" clId="{C198AACD-17CA-49D2-822C-6D24874F7C45}" dt="2025-04-06T21:25:12.458" v="2490" actId="1076"/>
        <pc:sldMkLst>
          <pc:docMk/>
          <pc:sldMk cId="288166677" sldId="259"/>
        </pc:sldMkLst>
        <pc:spChg chg="add mod">
          <ac:chgData name="Renzo Paranaíba Mesquita" userId="c71b5714-ec8f-4808-9ccb-463341ce404f" providerId="ADAL" clId="{C198AACD-17CA-49D2-822C-6D24874F7C45}" dt="2025-04-06T20:43:52.074" v="1179" actId="20577"/>
          <ac:spMkLst>
            <pc:docMk/>
            <pc:sldMk cId="288166677" sldId="259"/>
            <ac:spMk id="5" creationId="{80693D1D-019D-4A5C-B47D-52E52D3FCA10}"/>
          </ac:spMkLst>
        </pc:spChg>
        <pc:spChg chg="add mod">
          <ac:chgData name="Renzo Paranaíba Mesquita" userId="c71b5714-ec8f-4808-9ccb-463341ce404f" providerId="ADAL" clId="{C198AACD-17CA-49D2-822C-6D24874F7C45}" dt="2025-04-06T21:25:12.458" v="2490" actId="1076"/>
          <ac:spMkLst>
            <pc:docMk/>
            <pc:sldMk cId="288166677" sldId="259"/>
            <ac:spMk id="6" creationId="{7C7C3E26-95BC-443C-8EBF-886011F86F54}"/>
          </ac:spMkLst>
        </pc:spChg>
        <pc:picChg chg="mod">
          <ac:chgData name="Renzo Paranaíba Mesquita" userId="c71b5714-ec8f-4808-9ccb-463341ce404f" providerId="ADAL" clId="{C198AACD-17CA-49D2-822C-6D24874F7C45}" dt="2025-04-06T20:22:56.046" v="5" actId="1076"/>
          <ac:picMkLst>
            <pc:docMk/>
            <pc:sldMk cId="288166677" sldId="259"/>
            <ac:picMk id="2" creationId="{00000000-0000-0000-0000-000000000000}"/>
          </ac:picMkLst>
        </pc:picChg>
        <pc:picChg chg="add mod">
          <ac:chgData name="Renzo Paranaíba Mesquita" userId="c71b5714-ec8f-4808-9ccb-463341ce404f" providerId="ADAL" clId="{C198AACD-17CA-49D2-822C-6D24874F7C45}" dt="2025-04-06T20:35:18.956" v="498" actId="1076"/>
          <ac:picMkLst>
            <pc:docMk/>
            <pc:sldMk cId="288166677" sldId="259"/>
            <ac:picMk id="4" creationId="{8587BB4B-DC80-4951-B9D1-913A071A18DE}"/>
          </ac:picMkLst>
        </pc:picChg>
        <pc:picChg chg="add mod">
          <ac:chgData name="Renzo Paranaíba Mesquita" userId="c71b5714-ec8f-4808-9ccb-463341ce404f" providerId="ADAL" clId="{C198AACD-17CA-49D2-822C-6D24874F7C45}" dt="2025-04-06T20:35:11.471" v="497"/>
          <ac:picMkLst>
            <pc:docMk/>
            <pc:sldMk cId="288166677" sldId="259"/>
            <ac:picMk id="7" creationId="{E250A0CA-E559-4E50-9757-0AEF1D34ED56}"/>
          </ac:picMkLst>
        </pc:picChg>
      </pc:sldChg>
      <pc:sldChg chg="modSp add mod ord">
        <pc:chgData name="Renzo Paranaíba Mesquita" userId="c71b5714-ec8f-4808-9ccb-463341ce404f" providerId="ADAL" clId="{C198AACD-17CA-49D2-822C-6D24874F7C45}" dt="2025-04-06T21:25:21.141" v="2491" actId="1076"/>
        <pc:sldMkLst>
          <pc:docMk/>
          <pc:sldMk cId="1190177972" sldId="260"/>
        </pc:sldMkLst>
        <pc:spChg chg="mod">
          <ac:chgData name="Renzo Paranaíba Mesquita" userId="c71b5714-ec8f-4808-9ccb-463341ce404f" providerId="ADAL" clId="{C198AACD-17CA-49D2-822C-6D24874F7C45}" dt="2025-04-06T20:43:40.037" v="1174" actId="20577"/>
          <ac:spMkLst>
            <pc:docMk/>
            <pc:sldMk cId="1190177972" sldId="260"/>
            <ac:spMk id="5" creationId="{80693D1D-019D-4A5C-B47D-52E52D3FCA10}"/>
          </ac:spMkLst>
        </pc:spChg>
        <pc:spChg chg="mod">
          <ac:chgData name="Renzo Paranaíba Mesquita" userId="c71b5714-ec8f-4808-9ccb-463341ce404f" providerId="ADAL" clId="{C198AACD-17CA-49D2-822C-6D24874F7C45}" dt="2025-04-06T21:25:21.141" v="2491" actId="1076"/>
          <ac:spMkLst>
            <pc:docMk/>
            <pc:sldMk cId="1190177972" sldId="260"/>
            <ac:spMk id="6" creationId="{7C7C3E26-95BC-443C-8EBF-886011F86F54}"/>
          </ac:spMkLst>
        </pc:spChg>
      </pc:sldChg>
      <pc:sldChg chg="addSp delSp modSp add del mod">
        <pc:chgData name="Renzo Paranaíba Mesquita" userId="c71b5714-ec8f-4808-9ccb-463341ce404f" providerId="ADAL" clId="{C198AACD-17CA-49D2-822C-6D24874F7C45}" dt="2025-04-06T20:35:06.424" v="495" actId="47"/>
        <pc:sldMkLst>
          <pc:docMk/>
          <pc:sldMk cId="2528278427" sldId="260"/>
        </pc:sldMkLst>
        <pc:spChg chg="mod">
          <ac:chgData name="Renzo Paranaíba Mesquita" userId="c71b5714-ec8f-4808-9ccb-463341ce404f" providerId="ADAL" clId="{C198AACD-17CA-49D2-822C-6D24874F7C45}" dt="2025-04-06T20:32:57.658" v="460" actId="20577"/>
          <ac:spMkLst>
            <pc:docMk/>
            <pc:sldMk cId="2528278427" sldId="260"/>
            <ac:spMk id="5" creationId="{80693D1D-019D-4A5C-B47D-52E52D3FCA10}"/>
          </ac:spMkLst>
        </pc:spChg>
        <pc:spChg chg="mod">
          <ac:chgData name="Renzo Paranaíba Mesquita" userId="c71b5714-ec8f-4808-9ccb-463341ce404f" providerId="ADAL" clId="{C198AACD-17CA-49D2-822C-6D24874F7C45}" dt="2025-04-06T20:34:19.869" v="479" actId="20577"/>
          <ac:spMkLst>
            <pc:docMk/>
            <pc:sldMk cId="2528278427" sldId="260"/>
            <ac:spMk id="6" creationId="{7C7C3E26-95BC-443C-8EBF-886011F86F54}"/>
          </ac:spMkLst>
        </pc:spChg>
        <pc:picChg chg="del">
          <ac:chgData name="Renzo Paranaíba Mesquita" userId="c71b5714-ec8f-4808-9ccb-463341ce404f" providerId="ADAL" clId="{C198AACD-17CA-49D2-822C-6D24874F7C45}" dt="2025-04-06T20:33:24.317" v="463" actId="478"/>
          <ac:picMkLst>
            <pc:docMk/>
            <pc:sldMk cId="2528278427" sldId="260"/>
            <ac:picMk id="4" creationId="{8587BB4B-DC80-4951-B9D1-913A071A18DE}"/>
          </ac:picMkLst>
        </pc:picChg>
        <pc:picChg chg="add del mod">
          <ac:chgData name="Renzo Paranaíba Mesquita" userId="c71b5714-ec8f-4808-9ccb-463341ce404f" providerId="ADAL" clId="{C198AACD-17CA-49D2-822C-6D24874F7C45}" dt="2025-04-06T20:35:04.523" v="494" actId="21"/>
          <ac:picMkLst>
            <pc:docMk/>
            <pc:sldMk cId="2528278427" sldId="260"/>
            <ac:picMk id="7" creationId="{ECB8FE8A-5C74-4F46-B0BF-310B20D6E7AE}"/>
          </ac:picMkLst>
        </pc:picChg>
      </pc:sldChg>
      <pc:sldChg chg="addSp delSp modSp add mod">
        <pc:chgData name="Renzo Paranaíba Mesquita" userId="c71b5714-ec8f-4808-9ccb-463341ce404f" providerId="ADAL" clId="{C198AACD-17CA-49D2-822C-6D24874F7C45}" dt="2025-04-06T21:04:44.500" v="2335" actId="20577"/>
        <pc:sldMkLst>
          <pc:docMk/>
          <pc:sldMk cId="2395152879" sldId="261"/>
        </pc:sldMkLst>
        <pc:spChg chg="mod">
          <ac:chgData name="Renzo Paranaíba Mesquita" userId="c71b5714-ec8f-4808-9ccb-463341ce404f" providerId="ADAL" clId="{C198AACD-17CA-49D2-822C-6D24874F7C45}" dt="2025-04-06T20:44:17.212" v="1193" actId="20577"/>
          <ac:spMkLst>
            <pc:docMk/>
            <pc:sldMk cId="2395152879" sldId="261"/>
            <ac:spMk id="5" creationId="{80693D1D-019D-4A5C-B47D-52E52D3FCA10}"/>
          </ac:spMkLst>
        </pc:spChg>
        <pc:spChg chg="mod">
          <ac:chgData name="Renzo Paranaíba Mesquita" userId="c71b5714-ec8f-4808-9ccb-463341ce404f" providerId="ADAL" clId="{C198AACD-17CA-49D2-822C-6D24874F7C45}" dt="2025-04-06T21:04:44.500" v="2335" actId="20577"/>
          <ac:spMkLst>
            <pc:docMk/>
            <pc:sldMk cId="2395152879" sldId="261"/>
            <ac:spMk id="6" creationId="{7C7C3E26-95BC-443C-8EBF-886011F86F54}"/>
          </ac:spMkLst>
        </pc:spChg>
        <pc:picChg chg="del">
          <ac:chgData name="Renzo Paranaíba Mesquita" userId="c71b5714-ec8f-4808-9ccb-463341ce404f" providerId="ADAL" clId="{C198AACD-17CA-49D2-822C-6D24874F7C45}" dt="2025-04-06T20:44:51.872" v="1194" actId="478"/>
          <ac:picMkLst>
            <pc:docMk/>
            <pc:sldMk cId="2395152879" sldId="261"/>
            <ac:picMk id="4" creationId="{8587BB4B-DC80-4951-B9D1-913A071A18DE}"/>
          </ac:picMkLst>
        </pc:picChg>
        <pc:picChg chg="del">
          <ac:chgData name="Renzo Paranaíba Mesquita" userId="c71b5714-ec8f-4808-9ccb-463341ce404f" providerId="ADAL" clId="{C198AACD-17CA-49D2-822C-6D24874F7C45}" dt="2025-04-06T20:44:52.908" v="1195" actId="478"/>
          <ac:picMkLst>
            <pc:docMk/>
            <pc:sldMk cId="2395152879" sldId="261"/>
            <ac:picMk id="7" creationId="{E250A0CA-E559-4E50-9757-0AEF1D34ED56}"/>
          </ac:picMkLst>
        </pc:picChg>
        <pc:picChg chg="add mod">
          <ac:chgData name="Renzo Paranaíba Mesquita" userId="c71b5714-ec8f-4808-9ccb-463341ce404f" providerId="ADAL" clId="{C198AACD-17CA-49D2-822C-6D24874F7C45}" dt="2025-04-06T20:44:59.855" v="1197" actId="1076"/>
          <ac:picMkLst>
            <pc:docMk/>
            <pc:sldMk cId="2395152879" sldId="261"/>
            <ac:picMk id="8" creationId="{116DA0EF-006F-41A1-A616-C830982CC625}"/>
          </ac:picMkLst>
        </pc:picChg>
      </pc:sldChg>
      <pc:sldChg chg="addSp delSp modSp add mod">
        <pc:chgData name="Renzo Paranaíba Mesquita" userId="c71b5714-ec8f-4808-9ccb-463341ce404f" providerId="ADAL" clId="{C198AACD-17CA-49D2-822C-6D24874F7C45}" dt="2025-04-06T21:25:59.557" v="2493" actId="20577"/>
        <pc:sldMkLst>
          <pc:docMk/>
          <pc:sldMk cId="2633660510" sldId="262"/>
        </pc:sldMkLst>
        <pc:spChg chg="mod">
          <ac:chgData name="Renzo Paranaíba Mesquita" userId="c71b5714-ec8f-4808-9ccb-463341ce404f" providerId="ADAL" clId="{C198AACD-17CA-49D2-822C-6D24874F7C45}" dt="2025-04-06T20:56:14.796" v="2013" actId="20577"/>
          <ac:spMkLst>
            <pc:docMk/>
            <pc:sldMk cId="2633660510" sldId="262"/>
            <ac:spMk id="5" creationId="{80693D1D-019D-4A5C-B47D-52E52D3FCA10}"/>
          </ac:spMkLst>
        </pc:spChg>
        <pc:spChg chg="mod">
          <ac:chgData name="Renzo Paranaíba Mesquita" userId="c71b5714-ec8f-4808-9ccb-463341ce404f" providerId="ADAL" clId="{C198AACD-17CA-49D2-822C-6D24874F7C45}" dt="2025-04-06T21:25:59.557" v="2493" actId="20577"/>
          <ac:spMkLst>
            <pc:docMk/>
            <pc:sldMk cId="2633660510" sldId="262"/>
            <ac:spMk id="6" creationId="{7C7C3E26-95BC-443C-8EBF-886011F86F54}"/>
          </ac:spMkLst>
        </pc:spChg>
        <pc:picChg chg="add mod">
          <ac:chgData name="Renzo Paranaíba Mesquita" userId="c71b5714-ec8f-4808-9ccb-463341ce404f" providerId="ADAL" clId="{C198AACD-17CA-49D2-822C-6D24874F7C45}" dt="2025-04-06T20:58:21.215" v="2033" actId="1076"/>
          <ac:picMkLst>
            <pc:docMk/>
            <pc:sldMk cId="2633660510" sldId="262"/>
            <ac:picMk id="4" creationId="{09DB6AC6-1079-469B-A624-AD63CAF55725}"/>
          </ac:picMkLst>
        </pc:picChg>
        <pc:picChg chg="del">
          <ac:chgData name="Renzo Paranaíba Mesquita" userId="c71b5714-ec8f-4808-9ccb-463341ce404f" providerId="ADAL" clId="{C198AACD-17CA-49D2-822C-6D24874F7C45}" dt="2025-04-06T20:49:46.693" v="1452" actId="478"/>
          <ac:picMkLst>
            <pc:docMk/>
            <pc:sldMk cId="2633660510" sldId="262"/>
            <ac:picMk id="8" creationId="{116DA0EF-006F-41A1-A616-C830982CC625}"/>
          </ac:picMkLst>
        </pc:picChg>
        <pc:picChg chg="add del mod">
          <ac:chgData name="Renzo Paranaíba Mesquita" userId="c71b5714-ec8f-4808-9ccb-463341ce404f" providerId="ADAL" clId="{C198AACD-17CA-49D2-822C-6D24874F7C45}" dt="2025-04-06T20:56:40.616" v="2015" actId="478"/>
          <ac:picMkLst>
            <pc:docMk/>
            <pc:sldMk cId="2633660510" sldId="262"/>
            <ac:picMk id="9" creationId="{A110B223-2350-4DF0-A545-64D6154C9BF2}"/>
          </ac:picMkLst>
        </pc:picChg>
        <pc:picChg chg="add mod">
          <ac:chgData name="Renzo Paranaíba Mesquita" userId="c71b5714-ec8f-4808-9ccb-463341ce404f" providerId="ADAL" clId="{C198AACD-17CA-49D2-822C-6D24874F7C45}" dt="2025-04-06T20:58:18.268" v="2032" actId="1076"/>
          <ac:picMkLst>
            <pc:docMk/>
            <pc:sldMk cId="2633660510" sldId="262"/>
            <ac:picMk id="11" creationId="{2363457E-4582-41B8-823B-31C0CA20644D}"/>
          </ac:picMkLst>
        </pc:picChg>
      </pc:sldChg>
      <pc:sldChg chg="delSp modSp add del mod">
        <pc:chgData name="Renzo Paranaíba Mesquita" userId="c71b5714-ec8f-4808-9ccb-463341ce404f" providerId="ADAL" clId="{C198AACD-17CA-49D2-822C-6D24874F7C45}" dt="2025-04-06T20:59:02.588" v="2035" actId="47"/>
        <pc:sldMkLst>
          <pc:docMk/>
          <pc:sldMk cId="266611484" sldId="263"/>
        </pc:sldMkLst>
        <pc:spChg chg="mod">
          <ac:chgData name="Renzo Paranaíba Mesquita" userId="c71b5714-ec8f-4808-9ccb-463341ce404f" providerId="ADAL" clId="{C198AACD-17CA-49D2-822C-6D24874F7C45}" dt="2025-04-06T20:55:29.494" v="1992" actId="20577"/>
          <ac:spMkLst>
            <pc:docMk/>
            <pc:sldMk cId="266611484" sldId="263"/>
            <ac:spMk id="5" creationId="{80693D1D-019D-4A5C-B47D-52E52D3FCA10}"/>
          </ac:spMkLst>
        </pc:spChg>
        <pc:spChg chg="del mod">
          <ac:chgData name="Renzo Paranaíba Mesquita" userId="c71b5714-ec8f-4808-9ccb-463341ce404f" providerId="ADAL" clId="{C198AACD-17CA-49D2-822C-6D24874F7C45}" dt="2025-04-06T20:56:07.811" v="1996"/>
          <ac:spMkLst>
            <pc:docMk/>
            <pc:sldMk cId="266611484" sldId="263"/>
            <ac:spMk id="6" creationId="{7C7C3E26-95BC-443C-8EBF-886011F86F54}"/>
          </ac:spMkLst>
        </pc:spChg>
        <pc:picChg chg="del">
          <ac:chgData name="Renzo Paranaíba Mesquita" userId="c71b5714-ec8f-4808-9ccb-463341ce404f" providerId="ADAL" clId="{C198AACD-17CA-49D2-822C-6D24874F7C45}" dt="2025-04-06T20:55:38.600" v="1993" actId="478"/>
          <ac:picMkLst>
            <pc:docMk/>
            <pc:sldMk cId="266611484" sldId="263"/>
            <ac:picMk id="4" creationId="{09DB6AC6-1079-469B-A624-AD63CAF55725}"/>
          </ac:picMkLst>
        </pc:picChg>
      </pc:sldChg>
      <pc:sldChg chg="modSp add mod ord">
        <pc:chgData name="Renzo Paranaíba Mesquita" userId="c71b5714-ec8f-4808-9ccb-463341ce404f" providerId="ADAL" clId="{C198AACD-17CA-49D2-822C-6D24874F7C45}" dt="2025-04-06T21:06:56.588" v="2354" actId="1076"/>
        <pc:sldMkLst>
          <pc:docMk/>
          <pc:sldMk cId="588454891" sldId="263"/>
        </pc:sldMkLst>
        <pc:spChg chg="mod">
          <ac:chgData name="Renzo Paranaíba Mesquita" userId="c71b5714-ec8f-4808-9ccb-463341ce404f" providerId="ADAL" clId="{C198AACD-17CA-49D2-822C-6D24874F7C45}" dt="2025-04-06T21:06:56.588" v="2354" actId="1076"/>
          <ac:spMkLst>
            <pc:docMk/>
            <pc:sldMk cId="588454891" sldId="263"/>
            <ac:spMk id="3" creationId="{567FD68B-55B0-45E7-831B-48B6CCDD092C}"/>
          </ac:spMkLst>
        </pc:spChg>
      </pc:sldChg>
    </pc:docChg>
  </pc:docChgLst>
  <pc:docChgLst>
    <pc:chgData name="Renzo Paranaíba Mesquita" userId="c71b5714-ec8f-4808-9ccb-463341ce404f" providerId="ADAL" clId="{9DE9A79F-CC46-4056-889A-5023643D4B25}"/>
    <pc:docChg chg="custSel modSld">
      <pc:chgData name="Renzo Paranaíba Mesquita" userId="c71b5714-ec8f-4808-9ccb-463341ce404f" providerId="ADAL" clId="{9DE9A79F-CC46-4056-889A-5023643D4B25}" dt="2024-12-02T11:21:30.592" v="1" actId="478"/>
      <pc:docMkLst>
        <pc:docMk/>
      </pc:docMkLst>
      <pc:sldChg chg="delSp mod">
        <pc:chgData name="Renzo Paranaíba Mesquita" userId="c71b5714-ec8f-4808-9ccb-463341ce404f" providerId="ADAL" clId="{9DE9A79F-CC46-4056-889A-5023643D4B25}" dt="2024-12-02T11:21:30.592" v="1" actId="478"/>
        <pc:sldMkLst>
          <pc:docMk/>
          <pc:sldMk cId="1913103841" sldId="256"/>
        </pc:sldMkLst>
        <pc:picChg chg="del">
          <ac:chgData name="Renzo Paranaíba Mesquita" userId="c71b5714-ec8f-4808-9ccb-463341ce404f" providerId="ADAL" clId="{9DE9A79F-CC46-4056-889A-5023643D4B25}" dt="2024-12-02T11:21:30.592" v="1" actId="478"/>
          <ac:picMkLst>
            <pc:docMk/>
            <pc:sldMk cId="1913103841" sldId="256"/>
            <ac:picMk id="3" creationId="{1BFA7638-CC7B-9900-2CDF-A5735E65D015}"/>
          </ac:picMkLst>
        </pc:picChg>
        <pc:picChg chg="del">
          <ac:chgData name="Renzo Paranaíba Mesquita" userId="c71b5714-ec8f-4808-9ccb-463341ce404f" providerId="ADAL" clId="{9DE9A79F-CC46-4056-889A-5023643D4B25}" dt="2024-12-02T11:21:29.698" v="0" actId="478"/>
          <ac:picMkLst>
            <pc:docMk/>
            <pc:sldMk cId="1913103841" sldId="256"/>
            <ac:picMk id="6" creationId="{870A93C0-2A4B-F71C-0026-B175B5E7F2E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Frequência é o fator mais forte (correlação 0,58). Quem vai a mais de 90% das aulas tira em média 70,2, contra 64,3 de quem vai a até 70%: quase 6 pontos de diferença. Cada ponto percentual de presença vale cerca de 0,2 ponto na nota. Mensagem principal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hora semanal de estudo soma cerca de 0,3 ponto na nota. O ganho continua estável (~1,5 ponto a cada 5 horas) até nas faixas mais altas: não há platô nos dados. Correlação de 0,45, o segundo fator mais forte.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10% melhores vão a 91% das aulas (contra 68%) e estudam 10 horas a mais por semana. Têm mais que o dobro de pais muito envolvidos e de acesso alto a recursos. Top 10%: nota 72 ou mais. Base 10%: nota 63 ou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Há desigualdade, mas acesso a recursos pesa mais que renda: alunos de baixa renda com muitos recursos (67,5) superam os de alta renda com poucos recursos (66,8). Aponta para distribuição de material e inclusão digital (7,6% dos alunos não têm internet).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envolvimento dos pais pesa mais que a escolaridade deles: filhos de pais só com ensino médio, mas muito envolvidos (67,8), superam os de pais pós-graduados pouco envolvidos (67,1). Aproximar família e escola funciona independentemente da formação dos pais.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Frequência (0,58) e horas de estudo (0,45) dominam. Notas anteriores e tutoria têm efeito pequeno, e sono e atividade física ficam praticamente em zero. As variáveis quase não se correlacionam entre si: cada uma traz informação própria.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sessão mensal de tutoria acrescenta de 0,3 a 0,6 ponto. Quatro sessões rendem cerca de 1,7 ponto a mais que nenhuma. Ajuda, mas vale menos que frequência e estudo regular: é complemento, não substituto.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três fatores têm efeito parecido, em torno de 1 ponto entre o pior e o melhor nível. Colegas positivos valem tanto quanto um professor de alta qualidade. Reforça projetos em grupo e monitoria entre alunos.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Diferença desprezível: 67,29 na escola privada contra 67,21 na pública. Horas de estudo, frequência e tutoria também são praticamente iguais nos dois grupos. O tipo de escola não define o desempenho neste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Correlação praticamente zero com a nota (-0,02 para sono e 0,03 para atividade física). As variações entre grupos ficam em torno de 1 ponto, sem tendência. São importantes para a saúde, mas não explicam o desempenho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9096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8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95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834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50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28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10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12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044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03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6310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E92FC-7591-4BDF-97C5-E52E8AAD597C}" type="datetimeFigureOut">
              <a:rPr lang="pt-BR" smtClean="0"/>
              <a:t>06/04/2025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80DDC-887E-485B-BA0D-AF8F8A42D3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3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kaggle.com/datasets/lainguyn123/student-performance-factor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DF3424B-83E6-462F-8CE2-8A17A7F0A743}"/>
              </a:ext>
            </a:extLst>
          </p:cNvPr>
          <p:cNvSpPr txBox="1"/>
          <p:nvPr/>
        </p:nvSpPr>
        <p:spPr>
          <a:xfrm>
            <a:off x="596899" y="2474893"/>
            <a:ext cx="1099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Projeto I – C11/C111</a:t>
            </a:r>
          </a:p>
          <a:p>
            <a:pPr algn="ctr"/>
            <a:r>
              <a:rPr lang="pt-BR" sz="2800" b="1" dirty="0"/>
              <a:t>Apresentação dos Resultados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7FD68B-55B0-45E7-831B-48B6CCDD092C}"/>
              </a:ext>
            </a:extLst>
          </p:cNvPr>
          <p:cNvSpPr txBox="1"/>
          <p:nvPr/>
        </p:nvSpPr>
        <p:spPr>
          <a:xfrm>
            <a:off x="3869265" y="3595569"/>
            <a:ext cx="44534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/>
              </a:rPr>
              <a:t>Nome do </a:t>
            </a:r>
            <a:r>
              <a:rPr lang="pt-BR" b="1" i="1" dirty="0" err="1"/>
              <a:t>Dataset</a:t>
            </a:r>
            <a:r>
              <a:rPr lang="pt-BR" b="1" dirty="0"/>
              <a:t>:</a:t>
            </a:r>
          </a:p>
          <a:p>
            <a:pPr algn="ctr"/>
            <a:r>
              <a:rPr lang="pt-BR" dirty="0">
                <a:solidFill>
                  <a:srgbClr val="0070C0"/>
                </a:solidFill>
              </a:rPr>
              <a:t>Student Performance Factors (Kaggle)</a:t>
            </a:r>
          </a:p>
          <a:p>
            <a:pPr algn="ctr"/>
            <a:endParaRPr lang="pt-BR" b="1" dirty="0"/>
          </a:p>
          <a:p>
            <a:pPr algn="ctr"/>
            <a:r>
              <a:rPr lang="pt-BR" b="1" dirty="0"/>
              <a:t>Equipe:</a:t>
            </a:r>
          </a:p>
          <a:p>
            <a:pPr algn="ctr"/>
            <a:r>
              <a:rPr lang="pt-BR" dirty="0">
                <a:solidFill>
                  <a:srgbClr val="0070C0"/>
                </a:solidFill>
              </a:rPr>
              <a:t>Gabriel de Souza Pivoto – C111 – Matrícula</a:t>
            </a:r>
          </a:p>
          <a:p>
            <a:pPr algn="ctr"/>
            <a:r>
              <a:rPr lang="pt-BR" dirty="0">
                <a:solidFill>
                  <a:srgbClr val="0070C0"/>
                </a:solidFill>
              </a:rPr>
              <a:t>Aluna(o) 2 – Sigla Curso – Matrícula</a:t>
            </a:r>
          </a:p>
          <a:p>
            <a:pPr algn="ctr"/>
            <a:r>
              <a:rPr lang="pt-BR" dirty="0">
                <a:solidFill>
                  <a:srgbClr val="0070C0"/>
                </a:solidFill>
              </a:rPr>
              <a:t>Aluna(o) 3 – Sigla Curso – Matrícula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310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587BB4B-DC80-4951-B9D1-913A071A1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630" y="0"/>
            <a:ext cx="1949550" cy="143517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CONSCIENTIZAÇÃO E COMPREENSÃO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1783080"/>
            <a:ext cx="11558016" cy="420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Uma breve descrição sobre o </a:t>
            </a:r>
            <a:r>
              <a:rPr lang="pt-BR" b="1" i="1" dirty="0" err="1"/>
              <a:t>Dataset</a:t>
            </a:r>
            <a:r>
              <a:rPr lang="pt-BR" b="1" dirty="0"/>
              <a:t> escolhido (do que se trata o </a:t>
            </a:r>
            <a:r>
              <a:rPr lang="pt-BR" b="1" i="1" dirty="0" err="1"/>
              <a:t>Dataset</a:t>
            </a:r>
            <a:r>
              <a:rPr lang="pt-BR" b="1" dirty="0"/>
              <a:t>)?</a:t>
            </a:r>
          </a:p>
          <a:p>
            <a:r>
              <a:rPr lang="pt-BR" dirty="0" sz="1500">
                <a:solidFill>
                  <a:srgbClr val="0070C0"/>
                </a:solidFill>
              </a:rPr>
              <a:t>Dados de 6.607 estudantes com 20 variáveis sobre hábitos de estudo, contexto familiar, escola, saúde e a nota final no exame (Exam_Score, de 0 a 100). Permite investigar o que explica o desempenho escolar.</a:t>
            </a:r>
          </a:p>
          <a:p>
            <a:endParaRPr lang="pt-BR" dirty="0">
              <a:solidFill>
                <a:srgbClr val="0070C0"/>
              </a:solidFill>
            </a:endParaRPr>
          </a:p>
          <a:p>
            <a:r>
              <a:rPr lang="pt-BR" b="1" dirty="0"/>
              <a:t>Na visão do grupo, para quem (empresa, problema etc.) a análise deste </a:t>
            </a:r>
            <a:r>
              <a:rPr lang="pt-BR" b="1" i="1" dirty="0" err="1"/>
              <a:t>Dataset</a:t>
            </a:r>
            <a:r>
              <a:rPr lang="pt-BR" b="1" i="1" dirty="0"/>
              <a:t> </a:t>
            </a:r>
            <a:r>
              <a:rPr lang="pt-BR" b="1" dirty="0"/>
              <a:t>pode ser estratégica?</a:t>
            </a:r>
          </a:p>
          <a:p>
            <a:r>
              <a:rPr lang="pt-BR" dirty="0" sz="1500">
                <a:solidFill>
                  <a:srgbClr val="0070C0"/>
                </a:solidFill>
              </a:rPr>
              <a:t>Escolas e secretarias de educação (onde investir: frequência, recursos, aproximação com as famílias), políticas públicas contra a desigualdade educacional, empresas de reforço escolar e as próprias famílias.</a:t>
            </a:r>
          </a:p>
          <a:p>
            <a:endParaRPr lang="pt-BR" b="1" dirty="0">
              <a:solidFill>
                <a:srgbClr val="0070C0"/>
              </a:solidFill>
            </a:endParaRPr>
          </a:p>
          <a:p>
            <a:r>
              <a:rPr lang="pt-BR" b="1" dirty="0"/>
              <a:t>Quais as colunas deste </a:t>
            </a:r>
            <a:r>
              <a:rPr lang="pt-BR" b="1" i="1" dirty="0" err="1"/>
              <a:t>Dataset</a:t>
            </a:r>
            <a:r>
              <a:rPr lang="pt-BR" b="1" dirty="0"/>
              <a:t>?</a:t>
            </a:r>
          </a:p>
          <a:p>
            <a:r>
              <a:rPr lang="pt-BR" dirty="0" sz="1500">
                <a:solidFill>
                  <a:srgbClr val="0070C0"/>
                </a:solidFill>
              </a:rPr>
              <a:t>Hours_Studied, Attendance, Parental_Involvement, Access_to_Resources, Extracurricular_Activities, Sleep_Hours, Previous_Scores, Motivation_Level, Internet_Access, Tutoring_Sessions, Family_Income, Teacher_Quality, School_Type, Peer_Influence, Physical_Activity, Learning_Disabilities, Parental_Education_Level, Distance_from_Home, Gender, Exam_Score</a:t>
            </a:r>
          </a:p>
          <a:p>
            <a:endParaRPr lang="pt-BR" b="1" dirty="0">
              <a:solidFill>
                <a:srgbClr val="0070C0"/>
              </a:solidFill>
            </a:endParaRPr>
          </a:p>
          <a:p>
            <a:r>
              <a:rPr lang="pt-BR" b="1" dirty="0"/>
              <a:t>Link de acesso ao </a:t>
            </a:r>
            <a:r>
              <a:rPr lang="pt-BR" b="1" i="1" dirty="0" err="1"/>
              <a:t>Dataset</a:t>
            </a:r>
            <a:r>
              <a:rPr lang="pt-BR" b="1" dirty="0"/>
              <a:t>:</a:t>
            </a:r>
          </a:p>
          <a:p>
            <a:r>
              <a:rPr lang="pt-BR" dirty="0" sz="1500">
                <a:solidFill>
                  <a:srgbClr val="0070C0"/>
                </a:solidFill>
                <a:hlinkClick r:id="rId5"/>
              </a:rPr>
              <a:t>https://www.kaggle.com/datasets/lainguyn123/student-performance-factors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250A0CA-E559-4E50-9757-0AEF1D34E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542" y="0"/>
            <a:ext cx="1257365" cy="167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7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587BB4B-DC80-4951-B9D1-913A071A1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630" y="0"/>
            <a:ext cx="1949550" cy="143517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CONSCIENTIZAÇÃO E COMPREENSÃO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1048154"/>
            <a:ext cx="11379200" cy="50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Perguntas a serem respondidas sobre o </a:t>
            </a:r>
            <a:r>
              <a:rPr lang="pt-BR" b="1" dirty="0" err="1"/>
              <a:t>Dataset</a:t>
            </a:r>
            <a:r>
              <a:rPr lang="pt-BR" b="1" dirty="0"/>
              <a:t> escolhido:</a:t>
            </a:r>
          </a:p>
          <a:p>
            <a:r>
              <a:rPr lang="pt-BR" sz="1100" b="1" dirty="0">
                <a:highlight>
                  <a:srgbClr val="FFFF00"/>
                </a:highlight>
              </a:rPr>
              <a:t>As 5 perguntas mais importantes (de acordo com o grupo) devem vir primeiro</a:t>
            </a:r>
          </a:p>
          <a:p>
            <a:endParaRPr lang="pt-BR" dirty="0"/>
          </a:p>
          <a:p>
            <a:pPr>
              <a:spcBef>
                <a:spcPts val="2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1: </a:t>
            </a:r>
            <a:r>
              <a:rPr sz="1600">
                <a:solidFill>
                  <a:srgbClr val="000000"/>
                </a:solidFill>
              </a:rPr>
              <a:t>A frequência às aulas influencia a nota? Quanto vale cada ponto de presença?</a:t>
            </a:r>
          </a:p>
          <a:p>
            <a:pPr>
              <a:spcBef>
                <a:spcPts val="2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2: </a:t>
            </a:r>
            <a:r>
              <a:rPr sz="1600">
                <a:solidFill>
                  <a:srgbClr val="000000"/>
                </a:solidFill>
              </a:rPr>
              <a:t>Quanto mais horas de estudo, maior a nota? Existe retorno decrescente?</a:t>
            </a:r>
          </a:p>
          <a:p>
            <a:pPr>
              <a:spcBef>
                <a:spcPts val="2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3: </a:t>
            </a:r>
            <a:r>
              <a:rPr sz="1600">
                <a:solidFill>
                  <a:srgbClr val="000000"/>
                </a:solidFill>
              </a:rPr>
              <a:t>Qual é o perfil dos 10% melhores alunos comparado aos 10% piores?</a:t>
            </a:r>
          </a:p>
          <a:p>
            <a:pPr>
              <a:spcBef>
                <a:spcPts val="2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4: </a:t>
            </a:r>
            <a:r>
              <a:rPr sz="1600">
                <a:solidFill>
                  <a:srgbClr val="000000"/>
                </a:solidFill>
              </a:rPr>
              <a:t>A renda familiar e o acesso a recursos criam desigualdade nas notas?</a:t>
            </a:r>
          </a:p>
          <a:p>
            <a:pPr>
              <a:spcBef>
                <a:spcPts val="2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5: </a:t>
            </a:r>
            <a:r>
              <a:rPr sz="1600">
                <a:solidFill>
                  <a:srgbClr val="000000"/>
                </a:solidFill>
              </a:rPr>
              <a:t>O envolvimento e a escolaridade dos pais fazem diferença?</a:t>
            </a:r>
          </a:p>
          <a:p>
            <a:pPr>
              <a:spcBef>
                <a:spcPts val="10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6: </a:t>
            </a:r>
            <a:r>
              <a:rPr sz="1600">
                <a:solidFill>
                  <a:srgbClr val="000000"/>
                </a:solidFill>
              </a:rPr>
              <a:t>Entre os fatores numéricos, quais têm maior relação com a nota?</a:t>
            </a:r>
          </a:p>
          <a:p>
            <a:pPr>
              <a:spcBef>
                <a:spcPts val="2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7: </a:t>
            </a:r>
            <a:r>
              <a:rPr sz="1600">
                <a:solidFill>
                  <a:srgbClr val="000000"/>
                </a:solidFill>
              </a:rPr>
              <a:t>Aulas de reforço (tutoria) compensam? Até quantas sessões vale a pena?</a:t>
            </a:r>
          </a:p>
          <a:p>
            <a:pPr>
              <a:spcBef>
                <a:spcPts val="2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8: </a:t>
            </a:r>
            <a:r>
              <a:rPr sz="1600">
                <a:solidFill>
                  <a:srgbClr val="000000"/>
                </a:solidFill>
              </a:rPr>
              <a:t>Motivação, qualidade do professor e influência dos colegas: qual pesa mais?</a:t>
            </a:r>
          </a:p>
          <a:p>
            <a:pPr>
              <a:spcBef>
                <a:spcPts val="2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9: </a:t>
            </a:r>
            <a:r>
              <a:rPr sz="1600">
                <a:solidFill>
                  <a:srgbClr val="000000"/>
                </a:solidFill>
              </a:rPr>
              <a:t>Alunos de escola privada vão melhor que os de escola pública?</a:t>
            </a:r>
          </a:p>
          <a:p>
            <a:pPr>
              <a:spcBef>
                <a:spcPts val="200"/>
              </a:spcBef>
            </a:pPr>
            <a:r>
              <a:rPr lang="pt-BR" dirty="0" b="1" sz="1600">
                <a:solidFill>
                  <a:srgbClr val="0070C0"/>
                </a:solidFill>
              </a:rPr>
              <a:t>Pergunta 10: </a:t>
            </a:r>
            <a:r>
              <a:rPr sz="1600">
                <a:solidFill>
                  <a:srgbClr val="000000"/>
                </a:solidFill>
              </a:rPr>
              <a:t>Horas de sono e atividade física afetam o desempenho?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250A0CA-E559-4E50-9757-0AEF1D34E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542" y="0"/>
            <a:ext cx="1257365" cy="167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DESCOBERTA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1176867"/>
            <a:ext cx="6766560" cy="484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/>
              <a:t>Como exploramos os dados (Python, NumPy, Pandas e Matplotlib):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70C0"/>
                </a:solidFill>
              </a:rPr>
              <a:t>• Limpeza: ausentes preenchidos pela moda e nota 101 limitada a 100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70C0"/>
                </a:solidFill>
              </a:rPr>
              <a:t>• Faixas com pd.cut e médias por grupo com groupby e pivot_table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70C0"/>
                </a:solidFill>
              </a:rPr>
              <a:t>• Correlação de Pearson e tendência linear com np.polyfit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70C0"/>
                </a:solidFill>
              </a:rPr>
              <a:t>• Comparação entre os 10% melhores e os 10% piores alunos</a:t>
            </a:r>
          </a:p>
          <a:p>
            <a:pPr>
              <a:spcBef>
                <a:spcPts val="1400"/>
              </a:spcBef>
            </a:pPr>
            <a:r>
              <a:rPr b="1"/>
              <a:t>Os 3 maiores desafios do grupo: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070C0"/>
                </a:solidFill>
              </a:rPr>
              <a:t>1. Dados incompletos: </a:t>
            </a:r>
            <a:r>
              <a:rPr sz="1500">
                <a:solidFill>
                  <a:srgbClr val="0070C0"/>
                </a:solidFill>
              </a:rPr>
              <a:t>235 valores ausentes em 3 colunas e uma nota impossível (101). Era preciso corrigir sem descartar alunos.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070C0"/>
                </a:solidFill>
              </a:rPr>
              <a:t>2. Categorias como texto: </a:t>
            </a:r>
            <a:r>
              <a:rPr sz="1500">
                <a:solidFill>
                  <a:srgbClr val="0070C0"/>
                </a:solidFill>
              </a:rPr>
              <a:t>Low/Medium/High não tinham ordem; convertemos para categorias ordenadas para os gráficos fazerem sentido.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0070C0"/>
                </a:solidFill>
              </a:rPr>
              <a:t>3. Notas muito concentradas: </a:t>
            </a:r>
            <a:r>
              <a:rPr sz="1500">
                <a:solidFill>
                  <a:srgbClr val="0070C0"/>
                </a:solidFill>
              </a:rPr>
              <a:t>98% entre 60 e 75 (desvio de 3,9). Diferenças de 1 ponto já importam, então comparamos médias por faixa em vez de olhar só a dispersão.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16DA0EF-006F-41A1-A616-C830982CC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778" y="29998"/>
            <a:ext cx="1835244" cy="1511378"/>
          </a:xfrm>
          <a:prstGeom prst="rect">
            <a:avLst/>
          </a:prstGeom>
        </p:spPr>
      </p:pic>
      <p:pic>
        <p:nvPicPr>
          <p:cNvPr id="9" name="Picture 8" descr="intro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103120"/>
            <a:ext cx="4617720" cy="2783939"/>
          </a:xfrm>
          <a:prstGeom prst="rect">
            <a:avLst/>
          </a:prstGeom>
        </p:spPr>
      </p:pic>
      <p:sp>
        <p:nvSpPr>
          <p:cNvPr id="10" name="Legenda distribuição"/>
          <p:cNvSpPr txBox="1"/>
          <p:nvPr/>
        </p:nvSpPr>
        <p:spPr>
          <a:xfrm>
            <a:off x="7269480" y="4937760"/>
            <a:ext cx="4617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A5568"/>
                </a:solidFill>
              </a:rPr>
              <a:t>Distribuição das notas: média 67,2 e desvio padrão 3,9</a:t>
            </a:r>
          </a:p>
        </p:txBody>
      </p:sp>
    </p:spTree>
    <p:extLst>
      <p:ext uri="{BB962C8B-B14F-4D97-AF65-F5344CB8AC3E}">
        <p14:creationId xmlns:p14="http://schemas.microsoft.com/office/powerpoint/2010/main" val="2395152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 b="1"/>
              <a:t>Respostas para as 10 perguntas nos próximos slides. Em sala, apresentamos as perguntas 1 a 5.</a:t>
            </a:r>
            <a:endParaRPr lang="pt-BR" sz="1400" b="1" dirty="0"/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A5568"/>
                </a:solidFill>
              </a:rPr>
              <a:t>Os principais números da análise: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sp>
        <p:nvSpPr>
          <p:cNvPr id="12" name="Card 1"/>
          <p:cNvSpPr/>
          <p:nvPr/>
        </p:nvSpPr>
        <p:spPr>
          <a:xfrm>
            <a:off x="457200" y="233172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4000" b="1">
                <a:solidFill>
                  <a:srgbClr val="0070C0"/>
                </a:solidFill>
              </a:rPr>
              <a:t>+5,8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000000"/>
                </a:solidFill>
              </a:rPr>
              <a:t>pontos na nota média de quem vai a mais de 90% das aulas, comparado a quem vai a até 70%</a:t>
            </a:r>
          </a:p>
        </p:txBody>
      </p:sp>
      <p:sp>
        <p:nvSpPr>
          <p:cNvPr id="13" name="Card 2"/>
          <p:cNvSpPr/>
          <p:nvPr/>
        </p:nvSpPr>
        <p:spPr>
          <a:xfrm>
            <a:off x="3337560" y="233172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4000" b="1">
                <a:solidFill>
                  <a:srgbClr val="0070C0"/>
                </a:solidFill>
              </a:rPr>
              <a:t>+0,3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000000"/>
                </a:solidFill>
              </a:rPr>
              <a:t>ponto na nota para cada hora semanal a mais de estudo</a:t>
            </a:r>
          </a:p>
        </p:txBody>
      </p:sp>
      <p:sp>
        <p:nvSpPr>
          <p:cNvPr id="14" name="Card 3"/>
          <p:cNvSpPr/>
          <p:nvPr/>
        </p:nvSpPr>
        <p:spPr>
          <a:xfrm>
            <a:off x="6217920" y="233172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4000" b="1">
                <a:solidFill>
                  <a:srgbClr val="0070C0"/>
                </a:solidFill>
              </a:rPr>
              <a:t>91% x 68%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000000"/>
                </a:solidFill>
              </a:rPr>
              <a:t>de frequência média entre os 10% melhores e os 10% piores alunos</a:t>
            </a:r>
          </a:p>
        </p:txBody>
      </p:sp>
      <p:sp>
        <p:nvSpPr>
          <p:cNvPr id="15" name="Card 4"/>
          <p:cNvSpPr/>
          <p:nvPr/>
        </p:nvSpPr>
        <p:spPr>
          <a:xfrm>
            <a:off x="9098280" y="233172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4000" b="1">
                <a:solidFill>
                  <a:srgbClr val="0070C0"/>
                </a:solidFill>
              </a:rPr>
              <a:t>≈ 0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000000"/>
                </a:solidFill>
              </a:rPr>
              <a:t>de relação entre a nota e o sono ou a atividade física</a:t>
            </a:r>
          </a:p>
        </p:txBody>
      </p:sp>
    </p:spTree>
    <p:extLst>
      <p:ext uri="{BB962C8B-B14F-4D97-AF65-F5344CB8AC3E}">
        <p14:creationId xmlns:p14="http://schemas.microsoft.com/office/powerpoint/2010/main" val="263366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DF3424B-83E6-462F-8CE2-8A17A7F0A743}"/>
              </a:ext>
            </a:extLst>
          </p:cNvPr>
          <p:cNvSpPr txBox="1"/>
          <p:nvPr/>
        </p:nvSpPr>
        <p:spPr>
          <a:xfrm>
            <a:off x="596899" y="2474893"/>
            <a:ext cx="1099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Projeto I – C11/C111</a:t>
            </a:r>
          </a:p>
          <a:p>
            <a:pPr algn="ctr"/>
            <a:r>
              <a:rPr lang="pt-BR" sz="2800" b="1" dirty="0"/>
              <a:t>Apresentação dos Resultados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7FD68B-55B0-45E7-831B-48B6CCDD092C}"/>
              </a:ext>
            </a:extLst>
          </p:cNvPr>
          <p:cNvSpPr txBox="1"/>
          <p:nvPr/>
        </p:nvSpPr>
        <p:spPr>
          <a:xfrm>
            <a:off x="3869265" y="3616806"/>
            <a:ext cx="445346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/>
              <a:t>OBRIGADO!</a:t>
            </a:r>
            <a:endParaRPr lang="pt-BR" sz="2800" dirty="0">
              <a:solidFill>
                <a:srgbClr val="0070C0"/>
              </a:solidFill>
            </a:endParaRPr>
          </a:p>
          <a:p>
            <a:pPr algn="ctr"/>
            <a:endParaRPr lang="pt-BR" b="1" dirty="0"/>
          </a:p>
          <a:p>
            <a:pPr algn="ctr"/>
            <a:r>
              <a:rPr lang="pt-BR" b="1" dirty="0"/>
              <a:t>Equipe:</a:t>
            </a:r>
          </a:p>
          <a:p>
            <a:pPr algn="ctr"/>
            <a:r>
              <a:rPr lang="pt-BR" dirty="0">
                <a:solidFill>
                  <a:srgbClr val="0070C0"/>
                </a:solidFill>
              </a:rPr>
              <a:t>Gabriel de Souza Pivoto – C111 – Matrícula</a:t>
            </a:r>
          </a:p>
          <a:p>
            <a:pPr algn="ctr"/>
            <a:r>
              <a:rPr lang="pt-BR" dirty="0">
                <a:solidFill>
                  <a:srgbClr val="0070C0"/>
                </a:solidFill>
              </a:rPr>
              <a:t>Aluna(o) 2 – Sigla Curso – Matrícula</a:t>
            </a:r>
          </a:p>
          <a:p>
            <a:pPr algn="ctr"/>
            <a:r>
              <a:rPr lang="pt-BR" dirty="0">
                <a:solidFill>
                  <a:srgbClr val="0070C0"/>
                </a:solidFill>
              </a:rPr>
              <a:t>Aluna(o) 3 – Sigla Curso – Matrícula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8454891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A frequência às aulas influencia a nota? Quanto vale cada ponto de presença?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01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482" y="1737360"/>
            <a:ext cx="8600555" cy="3291840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Frequência é o fator mais forte (correlação 0,58). Quem vai a mais de 90% das aulas tira em média 70,2, contra 64,3 de quem vai a até 70%: quase 6 pontos de diferença.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Cada ponto percentual de presença vale cerca de 0,2 ponto na nota. Mensagem principal do trabalho.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Quanto mais horas de estudo, maior a nota? Existe retorno decrescente?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02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6406" y="1737360"/>
            <a:ext cx="8608707" cy="3291840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Cada hora semanal de estudo soma cerca de 0,3 ponto na nota. O ganho continua estável (~1,5 ponto a cada 5 horas) até nas faixas mais altas: não há platô nos dados.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Correlação de 0,45, o segundo fator mais forte.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Qual é o perfil dos 10% melhores alunos comparado aos 10% piores?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03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1263" y="1737360"/>
            <a:ext cx="9238993" cy="3291840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Os 10% melhores vão a 91% das aulas (contra 68%) e estudam 10 horas a mais por semana. Têm mais que o dobro de pais muito envolvidos e de acesso alto a recursos.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Top 10%: nota 72 ou mais. Base 10%: nota 63 ou menos.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4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A renda familiar e o acesso a recursos criam desigualdade nas notas?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04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54" y="1737360"/>
            <a:ext cx="10636211" cy="3291840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Há desigualdade, mas acesso a recursos pesa mais que renda: alunos de baixa renda com muitos recursos (67,5) superam os de alta renda com poucos recursos (66,8).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Aponta para distribuição de material e inclusão digital (7,6% dos alunos não têm internet).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O envolvimento e a escolaridade dos pais fazem diferença?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0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688" y="1737360"/>
            <a:ext cx="9510142" cy="3291840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O envolvimento dos pais pesa mais que a escolaridade deles: filhos de pais só com ensino médio, mas muito envolvidos (67,8), superam os de pais pós-graduados pouco envolvidos (67,1).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Aproximar família e escola funciona independentemente da formação dos pais.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Entre os fatores numéricos, quais têm maior relação com a nota?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0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37360"/>
            <a:ext cx="6949440" cy="3372290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7772400" y="21031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Frequência (0,58) e horas de estudo (0,45) dominam. Notas anteriores e tutoria têm efeito pequeno, e sono e atividade física ficam praticamente em zero.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As variáveis quase não se correlacionam entre si: cada uma traz informação própria.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Aulas de reforço (tutoria) compensam? Até quantas sessões vale a pena?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07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37360"/>
            <a:ext cx="6949440" cy="4255008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7772400" y="21031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Cada sessão mensal de tutoria acrescenta de 0,3 a 0,6 ponto. Quatro sessões rendem cerca de 1,7 ponto a mais que nenhuma.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Ajuda, mas vale menos que frequência e estudo regular: é complemento, não substituto.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Motivação, qualidade do professor e influência dos colegas: qual pesa mais?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08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54" y="1737360"/>
            <a:ext cx="10636211" cy="3291840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Os três fatores têm efeito parecido, em torno de 1 ponto entre o pior e o melhor nível. Colegas positivos valem tanto quanto um professor de alta qualidade.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Reforça projetos em grupo e monitoria entre alunos.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9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Alunos de escola privada vão melhor que os de escola pública?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09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37360"/>
            <a:ext cx="6949440" cy="3995727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7772400" y="210312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Diferença desprezível: 67,29 na escola privada contra 67,21 na pública. Horas de estudo, frequência e tutoria também são praticamente iguais nos dois grupos.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O tipo de escola não define o desempenho neste dataset.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ANÁLISE E DIVULGAÇÃO · PERGUNTA 10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Horas de sono e atividade física afetam o desempenho?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pic>
        <p:nvPicPr>
          <p:cNvPr id="12" name="Picture 11" descr="p10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940" y="1737360"/>
            <a:ext cx="9503638" cy="3291840"/>
          </a:xfrm>
          <a:prstGeom prst="rect">
            <a:avLst/>
          </a:prstGeom>
        </p:spPr>
      </p:pic>
      <p:sp>
        <p:nvSpPr>
          <p:cNvPr id="13" name="Insight"/>
          <p:cNvSpPr txBox="1"/>
          <p:nvPr/>
        </p:nvSpPr>
        <p:spPr>
          <a:xfrm>
            <a:off x="457200" y="512064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Resposta: </a:t>
            </a:r>
            <a:r>
              <a:rPr sz="1600"/>
              <a:t>Correlação praticamente zero com a nota (-0,02 para sono e 0,03 para atividade física). As variações entre grupos ficam em torno de 1 ponto, sem tendência.</a:t>
            </a:r>
          </a:p>
          <a:p>
            <a:pPr>
              <a:spcBef>
                <a:spcPts val="600"/>
              </a:spcBef>
            </a:pPr>
            <a:r>
              <a:rPr sz="1300" i="1">
                <a:solidFill>
                  <a:srgbClr val="4A5568"/>
                </a:solidFill>
              </a:rPr>
              <a:t>São importantes para a saúde, mas não explicam o desempenho aqui.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0693D1D-019D-4A5C-B47D-52E52D3FCA10}"/>
              </a:ext>
            </a:extLst>
          </p:cNvPr>
          <p:cNvSpPr txBox="1"/>
          <p:nvPr/>
        </p:nvSpPr>
        <p:spPr>
          <a:xfrm>
            <a:off x="287867" y="262467"/>
            <a:ext cx="98382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CONCLUSÕES E RECOMENDAÇÕES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7C3E26-95BC-443C-8EBF-886011F86F54}"/>
              </a:ext>
            </a:extLst>
          </p:cNvPr>
          <p:cNvSpPr txBox="1"/>
          <p:nvPr/>
        </p:nvSpPr>
        <p:spPr>
          <a:xfrm>
            <a:off x="287867" y="785687"/>
            <a:ext cx="859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0070C0"/>
                </a:solidFill>
              </a:rPr>
              <a:t>Bom desempenho = hábito (presença e estudo) + rede de apoio (família, recursos e colegas)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DB6AC6-1079-469B-A624-AD63CAF55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38" y="0"/>
            <a:ext cx="1714588" cy="147962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63457E-4582-41B8-823B-31C0CA20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126" y="46742"/>
            <a:ext cx="1447874" cy="1466925"/>
          </a:xfrm>
          <a:prstGeom prst="rect">
            <a:avLst/>
          </a:prstGeom>
        </p:spPr>
      </p:pic>
      <p:sp>
        <p:nvSpPr>
          <p:cNvPr id="12" name="Recomendação 1"/>
          <p:cNvSpPr/>
          <p:nvPr/>
        </p:nvSpPr>
        <p:spPr>
          <a:xfrm>
            <a:off x="457200" y="21945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2200" b="1">
                <a:solidFill>
                  <a:srgbClr val="0070C0"/>
                </a:solidFill>
              </a:rPr>
              <a:t>Escolas e governo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000000"/>
                </a:solidFill>
              </a:rPr>
              <a:t>Priorizar programas contra faltas e evasão e a distribuição de recursos e inclusão digital. São os fatores de maior efeito e atacam a desigualdade.</a:t>
            </a:r>
          </a:p>
        </p:txBody>
      </p:sp>
      <p:sp>
        <p:nvSpPr>
          <p:cNvPr id="13" name="Recomendação 2"/>
          <p:cNvSpPr/>
          <p:nvPr/>
        </p:nvSpPr>
        <p:spPr>
          <a:xfrm>
            <a:off x="4343400" y="21945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2200" b="1">
                <a:solidFill>
                  <a:srgbClr val="0070C0"/>
                </a:solidFill>
              </a:rPr>
              <a:t>Famílias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000000"/>
                </a:solidFill>
              </a:rPr>
              <a:t>Acompanhar a rotina do aluno vale mais que a formação acadêmica dos pais. Envolvimento é algo que toda família pode oferecer.</a:t>
            </a:r>
          </a:p>
        </p:txBody>
      </p:sp>
      <p:sp>
        <p:nvSpPr>
          <p:cNvPr id="14" name="Recomendação 3"/>
          <p:cNvSpPr/>
          <p:nvPr/>
        </p:nvSpPr>
        <p:spPr>
          <a:xfrm>
            <a:off x="8229600" y="21945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E6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/>
          <a:lstStyle/>
          <a:p>
            <a:pPr algn="ctr"/>
            <a:r>
              <a:rPr sz="2200" b="1">
                <a:solidFill>
                  <a:srgbClr val="0070C0"/>
                </a:solidFill>
              </a:rPr>
              <a:t>Alunos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000000"/>
                </a:solidFill>
              </a:rPr>
              <a:t>Presença e constância nas horas de estudo rendem mais que aulas de reforço pontuais. Sono e atividade física não mudam a nota.</a:t>
            </a:r>
          </a:p>
        </p:txBody>
      </p:sp>
      <p:sp>
        <p:nvSpPr>
          <p:cNvPr id="15" name="Limitação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A5568"/>
                </a:solidFill>
              </a:rPr>
              <a:t>Limitação: o dataset é observacional e, segundo o autor no Kaggle, parcialmente sintético. Os resultados mostram associações, não causalidade.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FE177D344995844A78A4E1D0F73A398" ma:contentTypeVersion="1" ma:contentTypeDescription="Crie um novo documento." ma:contentTypeScope="" ma:versionID="f5a8816c868408965e86f2f8835f2e87">
  <xsd:schema xmlns:xsd="http://www.w3.org/2001/XMLSchema" xmlns:xs="http://www.w3.org/2001/XMLSchema" xmlns:p="http://schemas.microsoft.com/office/2006/metadata/properties" xmlns:ns2="06303c91-567c-4fd7-b6b4-ad9880135c28" targetNamespace="http://schemas.microsoft.com/office/2006/metadata/properties" ma:root="true" ma:fieldsID="3fd0989a66f3b7c462a7727cff53c2e8" ns2:_="">
    <xsd:import namespace="06303c91-567c-4fd7-b6b4-ad9880135c28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303c91-567c-4fd7-b6b4-ad9880135c28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6303c91-567c-4fd7-b6b4-ad9880135c28" xsi:nil="true"/>
  </documentManagement>
</p:properties>
</file>

<file path=customXml/itemProps1.xml><?xml version="1.0" encoding="utf-8"?>
<ds:datastoreItem xmlns:ds="http://schemas.openxmlformats.org/officeDocument/2006/customXml" ds:itemID="{587B9004-E7C3-4478-808B-F4D03AC7DE18}"/>
</file>

<file path=customXml/itemProps2.xml><?xml version="1.0" encoding="utf-8"?>
<ds:datastoreItem xmlns:ds="http://schemas.openxmlformats.org/officeDocument/2006/customXml" ds:itemID="{A7195157-2475-4AD0-B2A1-09076D72F846}"/>
</file>

<file path=customXml/itemProps3.xml><?xml version="1.0" encoding="utf-8"?>
<ds:datastoreItem xmlns:ds="http://schemas.openxmlformats.org/officeDocument/2006/customXml" ds:itemID="{BD58292F-8A05-4CBF-A58E-E8FFE320AD2E}"/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284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Lais Aparecida Dias</dc:creator>
  <cp:lastModifiedBy>Renzo Paranaíba Mesquita</cp:lastModifiedBy>
  <cp:revision>1</cp:revision>
  <dcterms:created xsi:type="dcterms:W3CDTF">2016-10-18T13:17:06Z</dcterms:created>
  <dcterms:modified xsi:type="dcterms:W3CDTF">2025-04-06T21:26:01Z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0x0101003FE177D344995844A78A4E1D0F73A398</vt:lpwstr>
  </property>
</Properties>
</file>